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5b8506c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5b8506c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5b8506c9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5b8506c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05b8506c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05b8506c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5ebe5a4e_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05ebe5a4e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5ebe5a4e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5ebe5a4e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05ebe5a4e_2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05ebe5a4e_2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4543c3c3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4543c3c3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596a9b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0596a9b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4543c3c3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04543c3c3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934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ify overview line to Merger Overview: ICICI Bank &amp; ICICI Securities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9" y="-7"/>
            <a:ext cx="9081425" cy="50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current slide" id="79" name="Google Shape;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1736100" y="121525"/>
            <a:ext cx="5671800" cy="5151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3614"/>
            <a:ext cx="9144001" cy="421412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2370750" y="121525"/>
            <a:ext cx="4402500" cy="3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6698"/>
              <a:buNone/>
            </a:pPr>
            <a:r>
              <a:rPr b="1" lang="en" sz="2120">
                <a:solidFill>
                  <a:schemeClr val="lt1"/>
                </a:solidFill>
              </a:rPr>
              <a:t>Expected Synergies from the Merger</a:t>
            </a:r>
            <a:endParaRPr b="1" sz="21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4700"/>
            <a:ext cx="9143999" cy="3526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image blue themed with white background"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87" y="183158"/>
            <a:ext cx="8726550" cy="48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